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CCE3E-42EC-AD4A-9955-84DD38E6E375}" type="datetimeFigureOut">
              <a:rPr lang="en-CZ" smtClean="0"/>
              <a:t>10.06.2026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266A4-CCD4-8241-A8B1-783A4FE500D2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474421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fontawesome.com/" TargetMode="External"/><Relationship Id="rId3" Type="http://schemas.openxmlformats.org/officeDocument/2006/relationships/hyperlink" Target="https://dev.mysql.com/doc/" TargetMode="External"/><Relationship Id="rId7" Type="http://schemas.openxmlformats.org/officeDocument/2006/relationships/hyperlink" Target="https://firebase.google.com/docs/firestor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ailwindcss.com/docs" TargetMode="External"/><Relationship Id="rId11" Type="http://schemas.openxmlformats.org/officeDocument/2006/relationships/hyperlink" Target="https://chatgpt.com/" TargetMode="External"/><Relationship Id="rId5" Type="http://schemas.openxmlformats.org/officeDocument/2006/relationships/hyperlink" Target="https://developer.mozilla.org/" TargetMode="External"/><Relationship Id="rId10" Type="http://schemas.openxmlformats.org/officeDocument/2006/relationships/hyperlink" Target="https://claude.ai/" TargetMode="External"/><Relationship Id="rId4" Type="http://schemas.openxmlformats.org/officeDocument/2006/relationships/hyperlink" Target="https://www.w3schools.com/sql/" TargetMode="External"/><Relationship Id="rId9" Type="http://schemas.openxmlformats.org/officeDocument/2006/relationships/hyperlink" Target="https://docs.github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Rezervační systém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centra na Třebešíně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Vavroušek  |  Filip Pokorný  |  Mikuláš Severa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SPŠaG Na Třebešíně  ·  Třída 3.E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projektu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Databázový rezervační systém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zákazníků, sportovišť a rezervací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plateb a recenzí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rezervace sportovních prostor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aplikace + MySQL databáze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pro real-time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demonstračních SQL dotazů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0" y="1527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14884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436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329184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94360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dotazů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Návrh databáze — ER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0604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sportoviste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zakaznik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468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detail_rezervace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platba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2468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vytvořen v MySQL Workbench · Relace zachyceny přes primární a cizí klíče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Klíčové entity — zákazník &amp; sportoviště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zakaznik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id_zakaznika (PK)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jmeno, prijmeni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datum_registrace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sportoviste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id_sportoviste (PK)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id_kategorie (FK)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nazev, kapacita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cena_za_hodinu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(TINYINT 0/1)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id_kategorie (PK)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nazev (např. Wellness)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(volitelný)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kategorií celkem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Klíčové entity — rezervace, platba, recenze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id_rezervace (PK)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id_zakaznika (FK)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datum_vytvoreni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stav: 0/1/2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celkova_cena (Kč)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id_platby (PK)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id_rezervace (FK)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castka (Kč)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datum_platby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metoda: Karta/Hotovost/Převod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id_recenze (PK)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id_zakaznika (FK)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id_sportoviste (FK)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hodnoceni CHECK 1–5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komentar, datum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8366760" cy="320040"/>
          </a:xfrm>
          <a:prstGeom prst="roundRect">
            <a:avLst>
              <a:gd name="adj" fmla="val 17143"/>
            </a:avLst>
          </a:prstGeom>
          <a:solidFill>
            <a:srgbClr val="EAF4FB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detail_rezervace je slabá entita — složený PK (id_rezervace + id_sportoviste), ON DELETE CASCADE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skripty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create.sql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tabulek ve správném pořadí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Referenční integrita (FK)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omezení (hodnocení 1–5)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 emaily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0584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insert.sql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kategorií sportovišť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sportovišť (120–800 Kč/h)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zákazníků + 7 trenérů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rezervací v různých stavech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plateb + 7 recenzí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dotazy — queries.sql (15 dotazů)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ORDER BY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Zákazníci dle roku registrace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Filtrace emailových domén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Sportoviště s kapacitou &gt; 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058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dotazy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Sportoviště v kategorii Tenis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Recenze s komentářem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Platby kartou nad 300 Kč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Sportoviště i bez recenzí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Zákazníci i bez plateb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3017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cena dle kategorií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příjem dle metody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Rezervace se slevou 10 %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Webová aplikace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Sportoviště (Facilities)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Dynamické načítání z Firestore   ·   Filtrace dle kategorie   ·   Zobrazení ceny, kapacity a stavu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231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Rezervační formulář (Booking)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data, času a délky   ·   Automatický výpočet ceny   ·   INSERT do rezervace + detail_rezervace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7490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Moje rezervace (My Bookings)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listener (Firestore)   ·   Stav, datum, celková cena   ·   Admin dashboard s ladícími info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Technologie: HTML · Tailwind CSS · JavaScript · Firebase Firestore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Verzování — Git &amp; GitHub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Pracovní postup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Vytvoření vzdáleného repozitáře na GitHubu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člen clonoval a pracoval lokálně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Pravidelné commity s popisnými zprávami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na remote + pull pro synchronizaci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Verzování: create.sql, insert.sql, queries.sql, index.html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3017520" cy="3474720"/>
          </a:xfrm>
          <a:prstGeom prst="roundRect">
            <a:avLst>
              <a:gd name="adj" fmla="val 303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Členové týmu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16916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7099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Vavroušek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25603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25786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Pokorný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34290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34472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Mikuláš Severa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Využití umělé inteligence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 struktury databáze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SQL dotazů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Generování testovacích dat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 s dokumentací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Doplňování kódu v HTML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v JavaScriptu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 webové aplikace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Ladění SQL dotazů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Vysvětlení LEFT vs INNER JOIN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Konzultace datových typů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nástroje použity jako pomocný prostředek — veškerý kód byl týmem pochopen a ověřen.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704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dokumentace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1704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SQL Tutorial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836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HTML, CSS, JavaScript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8836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dokumentace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968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dokumentace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https://firebase.google.com/docs/firestore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5968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ikony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https://fontawesome.com/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dokumentace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310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—  </a:t>
            </a:r>
            <a:r>
              <a:rPr lang="en-US" sz="12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Děkujeme za pozornost!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Rezervační systém — Sports centrum na Třebešíně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Vavroušek · Filip Pokorný · Mikuláš Severa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SPŠaG Na Třebešíně · Třída 3.E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Otázky?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Rezervační systém 3.E</dc:title>
  <dc:subject>PptxGenJS Presentation</dc:subject>
  <dc:creator>PptxGenJS</dc:creator>
  <cp:lastModifiedBy>VAVROUŠEK Jan (123)</cp:lastModifiedBy>
  <cp:revision>2</cp:revision>
  <dcterms:created xsi:type="dcterms:W3CDTF">2026-06-10T07:10:35Z</dcterms:created>
  <dcterms:modified xsi:type="dcterms:W3CDTF">2026-06-10T07:14:07Z</dcterms:modified>
</cp:coreProperties>
</file>